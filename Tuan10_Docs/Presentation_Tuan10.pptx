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Local source: docs/Tuan10_Docs/*.md
- Local source: src/main/java/com/example/demo/auth/security/SecurityConfig.java
- Local source: src/main/java/com/example/demo/task/service/TaskService.java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Local source: pom.xml
- Local source: src/main/java/com/example/demo/project/controller/ProjectController.java
- Local source: src/main/java/com/example/demo/task/controller/TaskController.java
- Local source: src/main/java/com/example/demo/common/exception/GlobalExceptionHandler.java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Local source: src/main/java/com/example/demo/auth/service/JwtService.java
- Local source: src/main/java/com/example/demo/auth/service/JwtAuthFilter.java
- Local source: src/main/java/com/example/demo/auth/security/SecurityConfig.java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Local source: docs/Tuan10_Docs/02-demo-script.md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Local source: src/main/java/com/example/demo/auth/security/SecurityConfig.java
- Local source: src/main/java/com/example/demo/task/service/TaskService.java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Local source: docs/Tuan10_Docs/04-feedback-va-tong-ket.md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739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Management API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744200" y="6446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Tuần 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1695" cy="669340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Tuần 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Management API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Bảo vệ kiến trúc, JWT flow và demo script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" y="3063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Spring Boot • Spring Security • JWT • JPA • SQL Server • Swagger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3703320"/>
            <a:ext cx="1920240" cy="29260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Auth + Role-based Access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3703320"/>
            <a:ext cx="1783080" cy="29260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 / Project / 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36592" y="3703320"/>
            <a:ext cx="1143000" cy="2926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Demo-ready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46720" y="128016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DCE7F7"/>
            </a:solidFill>
            <a:prstDash val="solid"/>
          </a:ln>
          <a:effectLst>
            <a:outerShdw sx="100000" sy="100000" kx="0" ky="0" algn="bl" rotWithShape="0" blurRad="15240" dist="1397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66760" y="1627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Các điểm sẽ trình bày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66760" y="2148840"/>
            <a:ext cx="210312" cy="21031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68512" y="2084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Kiến trúc nhiều tầng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66760" y="2715768"/>
            <a:ext cx="210312" cy="21031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68512" y="26517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Luồng xác thực JWT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66760" y="3282696"/>
            <a:ext cx="210312" cy="21031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68512" y="32186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Kịch bản demo ngắn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366760" y="3849624"/>
            <a:ext cx="210312" cy="21031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68512" y="37856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Phân quyền MANAGER / USER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366760" y="4416552"/>
            <a:ext cx="210312" cy="21031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68512" y="43525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Bài học &amp; hướng cải thiện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Kiến trúc tổng thể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đi theo mô hình controller → service → repository, tách rõ phần business rule và security.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1810512"/>
            <a:ext cx="310896" cy="182880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596896"/>
            <a:ext cx="310896" cy="182880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3383280"/>
            <a:ext cx="310896" cy="182880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4169664"/>
            <a:ext cx="310896" cy="182880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325880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4447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Client / Swagger / Postman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2112264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2311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Controller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2898648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0175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Service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3685032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803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7706"/>
                </a:solidFill>
              </a:rPr>
              <a:t>Repository (JPA)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471416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5902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SQL Server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749040" y="1280160"/>
            <a:ext cx="37490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Module chức năng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977640" y="2011680"/>
            <a:ext cx="658368" cy="29260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2011680"/>
            <a:ext cx="658368" cy="29260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95544" y="2011680"/>
            <a:ext cx="868680" cy="29260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73952" y="2011680"/>
            <a:ext cx="676656" cy="29260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2423160"/>
            <a:ext cx="32461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AuthController + AuthService xử lý register / login
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TaskService giữ business rule cho deadline, assign, status flow
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GlobalExceptionHandler chuẩn hoá lỗi 400 / 404 / 500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3749040" y="3657600"/>
            <a:ext cx="37490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7640" y="39136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Stack chính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3977640" y="4251960"/>
            <a:ext cx="310896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Spring Boot 3 + Java 17
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Spring Data JPA + SQL Server
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Spring Security + JWT
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Swagger để test API nhanh
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JUnit 5 + Mockito cho TaskService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863840" y="1280160"/>
            <a:ext cx="3566160" cy="44348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1572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Điểm nhấn backend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8138160" y="1993392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21396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Auth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42832" y="213969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JWT token sau login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138160" y="2651760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2752" y="279806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Role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942832" y="279806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MANAGER / USER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138160" y="3310128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02752" y="34564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Rule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942832" y="34564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CHUA_LAM → DANG_LAM → HOAN_THANH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138160" y="3968496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02752" y="41148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Error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942832" y="411480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ApiResponse + ExceptionHandler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138160" y="4626864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02752" y="47731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Docs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942832" y="47731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Swagger + README + script demo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Sơ đồ flow JWT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Đây là phần nên giải thích rõ nhất khi mentor hỏi về auth và authorization.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40280" y="2880360"/>
            <a:ext cx="219456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78808" y="2880360"/>
            <a:ext cx="219456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17336" y="2880360"/>
            <a:ext cx="219456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55864" y="2880360"/>
            <a:ext cx="219456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94392" y="2880360"/>
            <a:ext cx="219456" cy="20116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103120"/>
            <a:ext cx="1371600" cy="178308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397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3317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1. Login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6384" y="2724912"/>
            <a:ext cx="1225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475569"/>
                </a:solidFill>
              </a:rPr>
              <a:t>POST /api/auth/login</a:t>
            </a:r>
            <a:endParaRPr lang="en-US" sz="1210" dirty="0"/>
          </a:p>
          <a:p>
            <a:pPr algn="ctr" indent="0" marL="0">
              <a:buNone/>
            </a:pPr>
            <a:r>
              <a:rPr lang="en-US" sz="1210" dirty="0">
                <a:solidFill>
                  <a:srgbClr val="475569"/>
                </a:solidFill>
              </a:rPr>
              <a:t>kiểm tra email + password</a:t>
            </a:r>
            <a:endParaRPr lang="en-US" sz="1210" dirty="0"/>
          </a:p>
        </p:txBody>
      </p:sp>
      <p:sp>
        <p:nvSpPr>
          <p:cNvPr id="12" name="Shape 10"/>
          <p:cNvSpPr/>
          <p:nvPr/>
        </p:nvSpPr>
        <p:spPr>
          <a:xfrm>
            <a:off x="2651760" y="2103120"/>
            <a:ext cx="1371600" cy="1783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23317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2. JwtService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724912" y="2724912"/>
            <a:ext cx="1225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475569"/>
                </a:solidFill>
              </a:rPr>
              <a:t>Tạo JWT chứa</a:t>
            </a:r>
            <a:endParaRPr lang="en-US" sz="1210" dirty="0"/>
          </a:p>
          <a:p>
            <a:pPr algn="ctr" indent="0" marL="0">
              <a:buNone/>
            </a:pPr>
            <a:r>
              <a:rPr lang="en-US" sz="1210" dirty="0">
                <a:solidFill>
                  <a:srgbClr val="475569"/>
                </a:solidFill>
              </a:rPr>
              <a:t>userId, email, role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4590288" y="2103120"/>
            <a:ext cx="1371600" cy="1783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3317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3. Token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663440" y="2724912"/>
            <a:ext cx="1225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475569"/>
                </a:solidFill>
              </a:rPr>
              <a:t>Client giữ token</a:t>
            </a:r>
            <a:endParaRPr lang="en-US" sz="1210" dirty="0"/>
          </a:p>
          <a:p>
            <a:pPr algn="ctr" indent="0" marL="0">
              <a:buNone/>
            </a:pPr>
            <a:r>
              <a:rPr lang="en-US" sz="1210" dirty="0">
                <a:solidFill>
                  <a:srgbClr val="475569"/>
                </a:solidFill>
              </a:rPr>
              <a:t>và gửi Bearer header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6528816" y="2103120"/>
            <a:ext cx="1371600" cy="1783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3317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4. JwtAuthFilter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01968" y="2724912"/>
            <a:ext cx="1225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475569"/>
                </a:solidFill>
              </a:rPr>
              <a:t>Đọc Authorization</a:t>
            </a:r>
            <a:endParaRPr lang="en-US" sz="1210" dirty="0"/>
          </a:p>
          <a:p>
            <a:pPr algn="ctr" indent="0" marL="0">
              <a:buNone/>
            </a:pPr>
            <a:r>
              <a:rPr lang="en-US" sz="1210" dirty="0">
                <a:solidFill>
                  <a:srgbClr val="475569"/>
                </a:solidFill>
              </a:rPr>
              <a:t>validate token</a:t>
            </a:r>
            <a:endParaRPr lang="en-US" sz="1210" dirty="0"/>
          </a:p>
        </p:txBody>
      </p:sp>
      <p:sp>
        <p:nvSpPr>
          <p:cNvPr id="21" name="Shape 19"/>
          <p:cNvSpPr/>
          <p:nvPr/>
        </p:nvSpPr>
        <p:spPr>
          <a:xfrm>
            <a:off x="8467344" y="2103120"/>
            <a:ext cx="1371600" cy="1783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22208" y="23317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5. SecurityContext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40496" y="2724912"/>
            <a:ext cx="1225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475569"/>
                </a:solidFill>
              </a:rPr>
              <a:t>Gắn ROLE_USER</a:t>
            </a:r>
            <a:endParaRPr lang="en-US" sz="1210" dirty="0"/>
          </a:p>
          <a:p>
            <a:pPr algn="ctr" indent="0" marL="0">
              <a:buNone/>
            </a:pPr>
            <a:r>
              <a:rPr lang="en-US" sz="1210" dirty="0">
                <a:solidFill>
                  <a:srgbClr val="475569"/>
                </a:solidFill>
              </a:rPr>
              <a:t>hoặc ROLE_MANAGER</a:t>
            </a:r>
            <a:endParaRPr lang="en-US" sz="1210" dirty="0"/>
          </a:p>
        </p:txBody>
      </p:sp>
      <p:sp>
        <p:nvSpPr>
          <p:cNvPr id="24" name="Shape 22"/>
          <p:cNvSpPr/>
          <p:nvPr/>
        </p:nvSpPr>
        <p:spPr>
          <a:xfrm>
            <a:off x="10405872" y="2103120"/>
            <a:ext cx="1371600" cy="178308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397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60736" y="23317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6. Endpoint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0479024" y="2724912"/>
            <a:ext cx="1225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475569"/>
                </a:solidFill>
              </a:rPr>
              <a:t>SecurityConfig quyết định</a:t>
            </a:r>
            <a:endParaRPr lang="en-US" sz="1210" dirty="0"/>
          </a:p>
          <a:p>
            <a:pPr algn="ctr" indent="0" marL="0">
              <a:buNone/>
            </a:pPr>
            <a:r>
              <a:rPr lang="en-US" sz="1210" dirty="0">
                <a:solidFill>
                  <a:srgbClr val="475569"/>
                </a:solidFill>
              </a:rPr>
              <a:t>cho truy cập hay từ chối</a:t>
            </a:r>
            <a:endParaRPr lang="en-US" sz="1210" dirty="0"/>
          </a:p>
        </p:txBody>
      </p:sp>
      <p:sp>
        <p:nvSpPr>
          <p:cNvPr id="27" name="Shape 25"/>
          <p:cNvSpPr/>
          <p:nvPr/>
        </p:nvSpPr>
        <p:spPr>
          <a:xfrm>
            <a:off x="960120" y="4617720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52144" y="48280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Nếu token hợp lệ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52144" y="5074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Request đi tiếp vào controller và đọc role từ SecurityContext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4526280" y="4617720"/>
            <a:ext cx="3063240" cy="960120"/>
          </a:xfrm>
          <a:prstGeom prst="roundRect">
            <a:avLst>
              <a:gd name="adj" fmla="val 4762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Nếu sai role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36592" y="5074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Spring Security trả 403 Forbidden cho endpoint không đúng quyền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8065008" y="4617720"/>
            <a:ext cx="3063240" cy="960120"/>
          </a:xfrm>
          <a:prstGeom prst="roundRect">
            <a:avLst>
              <a:gd name="adj" fmla="val 4762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48280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Nếu token lỗi / hết hạn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75320" y="5074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Request không được xác thực; endpoint protected sẽ bị từ chối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script ngắn gọn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Luồng demo nên đi theo một mạch: manager đăng nhập → tạo project/task → user xem task của mình.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48463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728216"/>
            <a:ext cx="493776" cy="49377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" y="18653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01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691640" y="1709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Register / login MANAGER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202082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Lấy token để authorize Swagger/Postman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868680" y="2953512"/>
            <a:ext cx="48463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172968"/>
            <a:ext cx="493776" cy="49377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0996" y="331012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02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91640" y="3154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Tạo project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91640" y="346557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POST /api/projects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68680" y="4398264"/>
            <a:ext cx="48463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4617720"/>
            <a:ext cx="493776" cy="49377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0996" y="47548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03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691640" y="4599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Register USER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49103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Chuẩn bị tài khoản được giao task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6537960" y="1508760"/>
            <a:ext cx="48463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1728216"/>
            <a:ext cx="493776" cy="493776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0276" y="18653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A34A"/>
                </a:solidFill>
              </a:rPr>
              <a:t>04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60920" y="17099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Tạo task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60920" y="202082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Task mặc định ở trạng thái CHUA_LAM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6537960" y="2953512"/>
            <a:ext cx="48463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3172968"/>
            <a:ext cx="493776" cy="493776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0276" y="331012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A34A"/>
                </a:solidFill>
              </a:rPr>
              <a:t>05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60920" y="3154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Assign task + user xem /my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360920" y="346557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Chứng minh phân quyền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6537960" y="4398264"/>
            <a:ext cx="48463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20840" y="4617720"/>
            <a:ext cx="493776" cy="493776"/>
          </a:xfrm>
          <a:prstGeom prst="ellipse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0276" y="47548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A34A"/>
                </a:solidFill>
              </a:rPr>
              <a:t>06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360920" y="4599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Update status + demo lỗi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60920" y="49103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Rule trạng thái và validate deadline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1051560" y="5989320"/>
            <a:ext cx="10058400" cy="41148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98448" y="6108192"/>
            <a:ext cx="9555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Mẹo khi demo: luôn giữ sẵn 2 token (MANAGER và USER), và chốt bằng /api/tasks/my để thể hiện rõ quyền truy cập theo vai trò.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Phân quyền và business rule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ăn tiền khi bảo vệ là không chỉ CRUD mà còn có rule nghiệp vụ rõ ràng.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12064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642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Ma trận quyền truy cập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78992" y="2057400"/>
            <a:ext cx="2423160" cy="41148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02152" y="2057400"/>
            <a:ext cx="1051560" cy="411480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3712" y="2057400"/>
            <a:ext cx="1051560" cy="411480"/>
          </a:xfrm>
          <a:prstGeom prst="rect">
            <a:avLst/>
          </a:prstGeom>
          <a:solidFill>
            <a:srgbClr val="ECFDF5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19456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API / hành động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219456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D8"/>
                </a:solidFill>
              </a:rPr>
              <a:t>MANAGER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81728" y="219456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</a:rPr>
              <a:t>USER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78992" y="2468880"/>
            <a:ext cx="24231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2152" y="2468880"/>
            <a:ext cx="1051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2" y="2468880"/>
            <a:ext cx="1051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65176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475569"/>
                </a:solidFill>
              </a:rPr>
              <a:t>POST /api/projects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3785616" y="2633472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37176" y="2633472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✗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78992" y="2980944"/>
            <a:ext cx="24231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02152" y="2980944"/>
            <a:ext cx="10515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53712" y="2980944"/>
            <a:ext cx="10515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163824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475569"/>
                </a:solidFill>
              </a:rPr>
              <a:t>POST /api/tasks</a:t>
            </a:r>
            <a:endParaRPr lang="en-US" sz="1330" dirty="0"/>
          </a:p>
        </p:txBody>
      </p:sp>
      <p:sp>
        <p:nvSpPr>
          <p:cNvPr id="22" name="Text 20"/>
          <p:cNvSpPr/>
          <p:nvPr/>
        </p:nvSpPr>
        <p:spPr>
          <a:xfrm>
            <a:off x="3785616" y="3145536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37176" y="3145536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✗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78992" y="3493008"/>
            <a:ext cx="24231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02152" y="3493008"/>
            <a:ext cx="1051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3493008"/>
            <a:ext cx="1051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3675888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475569"/>
                </a:solidFill>
              </a:rPr>
              <a:t>GET /api/tasks/user/{id}</a:t>
            </a:r>
            <a:endParaRPr lang="en-US" sz="1330" dirty="0"/>
          </a:p>
        </p:txBody>
      </p:sp>
      <p:sp>
        <p:nvSpPr>
          <p:cNvPr id="28" name="Text 26"/>
          <p:cNvSpPr/>
          <p:nvPr/>
        </p:nvSpPr>
        <p:spPr>
          <a:xfrm>
            <a:off x="3785616" y="3657600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37176" y="3657600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✗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78992" y="4005072"/>
            <a:ext cx="24231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02152" y="4005072"/>
            <a:ext cx="10515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53712" y="4005072"/>
            <a:ext cx="10515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4187952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475569"/>
                </a:solidFill>
              </a:rPr>
              <a:t>GET /api/tasks/project/{id}</a:t>
            </a:r>
            <a:endParaRPr lang="en-US" sz="1330" dirty="0"/>
          </a:p>
        </p:txBody>
      </p:sp>
      <p:sp>
        <p:nvSpPr>
          <p:cNvPr id="34" name="Text 32"/>
          <p:cNvSpPr/>
          <p:nvPr/>
        </p:nvSpPr>
        <p:spPr>
          <a:xfrm>
            <a:off x="3785616" y="4169664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837176" y="4169664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✗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078992" y="4517136"/>
            <a:ext cx="24231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02152" y="4517136"/>
            <a:ext cx="1051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53712" y="4517136"/>
            <a:ext cx="105156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4700016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475569"/>
                </a:solidFill>
              </a:rPr>
              <a:t>GET /api/tasks/my</a:t>
            </a:r>
            <a:endParaRPr lang="en-US" sz="1330" dirty="0"/>
          </a:p>
        </p:txBody>
      </p:sp>
      <p:sp>
        <p:nvSpPr>
          <p:cNvPr id="40" name="Text 38"/>
          <p:cNvSpPr/>
          <p:nvPr/>
        </p:nvSpPr>
        <p:spPr>
          <a:xfrm>
            <a:off x="3785616" y="4681728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837176" y="4681728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078992" y="5029200"/>
            <a:ext cx="24231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2152" y="5029200"/>
            <a:ext cx="10515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53712" y="5029200"/>
            <a:ext cx="1051560" cy="512064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88720" y="521208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475569"/>
                </a:solidFill>
              </a:rPr>
              <a:t>/api/auth/** + Swagger</a:t>
            </a:r>
            <a:endParaRPr lang="en-US" sz="1330" dirty="0"/>
          </a:p>
        </p:txBody>
      </p:sp>
      <p:sp>
        <p:nvSpPr>
          <p:cNvPr id="46" name="Text 44"/>
          <p:cNvSpPr/>
          <p:nvPr/>
        </p:nvSpPr>
        <p:spPr>
          <a:xfrm>
            <a:off x="3785616" y="5193792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public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837176" y="5193792"/>
            <a:ext cx="484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</a:rPr>
              <a:t>public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309360" y="1417320"/>
            <a:ext cx="4983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01968" y="16642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Business rule của TaskService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6601968" y="2103120"/>
            <a:ext cx="4352544" cy="640080"/>
          </a:xfrm>
          <a:prstGeom prst="roundRect">
            <a:avLst>
              <a:gd name="adj" fmla="val 5714"/>
            </a:avLst>
          </a:prstGeom>
          <a:solidFill>
            <a:srgbClr val="FFF7ED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84848" y="22677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</a:rPr>
              <a:t>Deadline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7726680" y="2267712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475569"/>
                </a:solidFill>
              </a:rPr>
              <a:t>Phải lớn hơn thời điểm hiện tại</a:t>
            </a:r>
            <a:endParaRPr lang="en-US" sz="1310" dirty="0"/>
          </a:p>
        </p:txBody>
      </p:sp>
      <p:sp>
        <p:nvSpPr>
          <p:cNvPr id="53" name="Shape 51"/>
          <p:cNvSpPr/>
          <p:nvPr/>
        </p:nvSpPr>
        <p:spPr>
          <a:xfrm>
            <a:off x="6601968" y="2971800"/>
            <a:ext cx="4352544" cy="64008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84848" y="313639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</a:rPr>
              <a:t>Assign</a:t>
            </a:r>
            <a:endParaRPr lang="en-US" sz="1450" dirty="0"/>
          </a:p>
        </p:txBody>
      </p:sp>
      <p:sp>
        <p:nvSpPr>
          <p:cNvPr id="55" name="Text 53"/>
          <p:cNvSpPr/>
          <p:nvPr/>
        </p:nvSpPr>
        <p:spPr>
          <a:xfrm>
            <a:off x="7726680" y="3136392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475569"/>
                </a:solidFill>
              </a:rPr>
              <a:t>Task đã HOAN_THANH thì không được assign</a:t>
            </a:r>
            <a:endParaRPr lang="en-US" sz="1310" dirty="0"/>
          </a:p>
        </p:txBody>
      </p:sp>
      <p:sp>
        <p:nvSpPr>
          <p:cNvPr id="56" name="Shape 54"/>
          <p:cNvSpPr/>
          <p:nvPr/>
        </p:nvSpPr>
        <p:spPr>
          <a:xfrm>
            <a:off x="6601968" y="3840480"/>
            <a:ext cx="4352544" cy="64008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84848" y="40050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</a:rPr>
              <a:t>Status flow</a:t>
            </a:r>
            <a:endParaRPr lang="en-US" sz="1450" dirty="0"/>
          </a:p>
        </p:txBody>
      </p:sp>
      <p:sp>
        <p:nvSpPr>
          <p:cNvPr id="58" name="Text 56"/>
          <p:cNvSpPr/>
          <p:nvPr/>
        </p:nvSpPr>
        <p:spPr>
          <a:xfrm>
            <a:off x="7726680" y="4005072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475569"/>
                </a:solidFill>
              </a:rPr>
              <a:t>Không cho CHUA_LAM → HOAN_THANH trực tiếp</a:t>
            </a:r>
            <a:endParaRPr lang="en-US" sz="1310" dirty="0"/>
          </a:p>
        </p:txBody>
      </p:sp>
      <p:sp>
        <p:nvSpPr>
          <p:cNvPr id="59" name="Shape 57"/>
          <p:cNvSpPr/>
          <p:nvPr/>
        </p:nvSpPr>
        <p:spPr>
          <a:xfrm>
            <a:off x="6601968" y="4709160"/>
            <a:ext cx="4352544" cy="64008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84848" y="487375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A34A"/>
                </a:solidFill>
              </a:rPr>
              <a:t>My tasks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7726680" y="4873752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475569"/>
                </a:solidFill>
              </a:rPr>
              <a:t>USER xem task theo email trong token</a:t>
            </a:r>
            <a:endParaRPr lang="en-US" sz="13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Tổng kết và hướng phát triển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 10 tuần, project đã đủ nền tảng của một backend internship project hoàn chỉnh.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463040"/>
            <a:ext cx="46177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7373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Đã học được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2121408"/>
            <a:ext cx="393192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Tổ chức project Spring Boot theo module rõ ràng
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Viết REST API có validate, error handling và response chuẩn
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Dùng JPA để map entity và truy vấn dữ liệu
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Hiểu flow xác thực JWT và phân quyền theo role
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Viết unit test với Mockito cho service layer
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Chuẩn bị tài liệu, README và demo theo tư duy sản phẩm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5760720" y="146304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3970">
            <a:solidFill>
              <a:srgbClr val="D7E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53328" y="1737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Hướng cải thiện tiếp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16752" y="2121408"/>
            <a:ext cx="45720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Tách DTO đầy đủ hơn để tránh trả thẳng entity
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Bổ sung refresh token, logout và audit log
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Thêm pagination + integration test
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Deploy thật lên cloud / VPS và thêm CI/CD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5760720" y="379476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53328" y="40965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</a:rPr>
              <a:t>Thông điệp chốt khi bảo vệ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80760" y="4526280"/>
            <a:ext cx="480060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172A"/>
                </a:solidFill>
              </a:rPr>
              <a:t>“Project của em đã có kiến trúc backend rõ ràng, có xác thực JWT, có phân quyền theo role, có business rule ở service layer và đã chuẩn bị tài liệu / demo đủ để bàn giao hoặc mở rộng tiếp.”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6153912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Ghi chú: thao tác “khóa repo” là bước manual trên Git hosting nên chưa thể hiện trực tiếp trong bộ tài liệu.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28232"/>
            <a:ext cx="2286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Tuần 10 - Task Management API</dc:title>
  <dc:subject>Tuần 10 - Task Management API</dc:subject>
  <dc:creator>OpenAI</dc:creator>
  <cp:lastModifiedBy>OpenAI</cp:lastModifiedBy>
  <cp:revision>1</cp:revision>
  <dcterms:created xsi:type="dcterms:W3CDTF">2026-03-25T05:11:11Z</dcterms:created>
  <dcterms:modified xsi:type="dcterms:W3CDTF">2026-03-25T05:11:11Z</dcterms:modified>
</cp:coreProperties>
</file>