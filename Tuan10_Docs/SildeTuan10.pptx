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296" y="-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320E4-A0D1-43B1-B519-4EC6084007D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551B1-A02B-4F01-972C-56039003D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02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Local source: docs/Tuan10_Docs/*.md
- Local source: src/main/java/com/example/demo/auth/security/SecurityConfig.java
- Local source: src/main/java/com/example/demo/task/service/TaskService.java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Local source: pom.xml
- Local source: src/main/java/com/example/demo/project/controller/ProjectController.java
- Local source: src/main/java/com/example/demo/task/controller/TaskController.java
- Local source: src/main/java/com/example/demo/common/exception/GlobalExceptionHandler.java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Local source: src/main/java/com/example/demo/auth/service/JwtService.java
- Local source: src/main/java/com/example/demo/auth/service/JwtAuthFilter.java
- Local source: src/main/java/com/example/demo/auth/security/SecurityConfig.java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Local source: docs/Tuan10_Docs/02-demo-script.md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Local source: src/main/java/com/example/demo/auth/security/SecurityConfig.java
- Local source: src/main/java/com/example/demo/task/service/TaskService.java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Local source: docs/Tuan10_Docs/04-feedback-va-tong-ket.md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739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Management API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4420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Tuần 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1" y="633307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Tuần 10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144606" y="1044787"/>
            <a:ext cx="78418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 CÁO TỔNG KẾT DỰ ÁN THỰC TẬP </a:t>
            </a:r>
            <a:br>
              <a:rPr lang="vi-V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(TUẦN 10)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38307" y="2915411"/>
            <a:ext cx="7054426" cy="2682579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DCE7F7"/>
            </a:solidFill>
            <a:prstDash val="solid"/>
          </a:ln>
          <a:effectLst>
            <a:outerShdw blurRad="15240" dist="1397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8587" y="3433741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 và tên: Vũ Chí Tuấn Anh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8"/>
          <p:cNvSpPr/>
          <p:nvPr/>
        </p:nvSpPr>
        <p:spPr>
          <a:xfrm>
            <a:off x="4739640" y="4105655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MSSV: TH04191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8"/>
          <p:cNvSpPr/>
          <p:nvPr/>
        </p:nvSpPr>
        <p:spPr>
          <a:xfrm>
            <a:off x="3843866" y="4796028"/>
            <a:ext cx="44433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Giảng viên hướng dẫn: Nguyễn Thúy Hằng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Kiến trúc tổng thể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Project đi theo mô hình controller → service → repository, tách rõ phần business rule và security.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542965" y="2336122"/>
            <a:ext cx="310896" cy="333248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2965" y="3149938"/>
            <a:ext cx="310896" cy="27330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5185" y="3900761"/>
            <a:ext cx="310896" cy="287867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5185" y="4686129"/>
            <a:ext cx="310896" cy="292947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2553" y="1687068"/>
            <a:ext cx="2331720" cy="649054"/>
          </a:xfrm>
          <a:prstGeom prst="roundRect">
            <a:avLst>
              <a:gd name="adj" fmla="val 961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853" y="187722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/ Swagger / Postman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32553" y="2669370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073" y="274760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53381" y="3423242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853" y="351806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53381" y="4188629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253" y="429100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(JPA)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14773" y="4979077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073" y="509761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191256" y="1250357"/>
            <a:ext cx="4398264" cy="2487168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0392" y="1446615"/>
            <a:ext cx="308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chức năng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390392" y="1787821"/>
            <a:ext cx="32461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AuthController + AuthService xử lý register / login
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TaskService giữ business rule cho deadline, assign, status flow
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GlobalExceptionHandler chuẩn hoá lỗi 400 / 404 / 500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191256" y="3851682"/>
            <a:ext cx="4398264" cy="2667652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393290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chính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19856" y="4384717"/>
            <a:ext cx="310896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Spring Boot 3 + Java 17
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Spring Data JPA + SQL Server
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Spring Security + JWT
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Swagger để test API nhanh
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JUnit 5 + Mockito cho TaskService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863840" y="1280160"/>
            <a:ext cx="3566160" cy="5050302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1572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 nhấn backend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38160" y="1993391"/>
            <a:ext cx="2971800" cy="597409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21396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942831" y="2209799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token sau login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138160" y="2798064"/>
            <a:ext cx="2971800" cy="58961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2752" y="29443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942832" y="29443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 / USER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138160" y="3552951"/>
            <a:ext cx="2971800" cy="878501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02752" y="3929913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942832" y="3914309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CHUA_LAM → DANG_LAM → HOAN_THANH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138160" y="4553710"/>
            <a:ext cx="2971800" cy="640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02752" y="479145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942831" y="4672244"/>
            <a:ext cx="2317835" cy="37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ApiResponse + ExceptionHandler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138160" y="5377007"/>
            <a:ext cx="2971800" cy="67056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02752" y="5639305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942832" y="5506039"/>
            <a:ext cx="1874520" cy="43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Swagger + README + script demo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Sơ đồ flow JWT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Đây là phần nên giải thích rõ nhất khi mentor hỏi về auth và authorization.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40280" y="2880360"/>
            <a:ext cx="219456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78808" y="2880360"/>
            <a:ext cx="219456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17336" y="2880360"/>
            <a:ext cx="219456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55864" y="2880360"/>
            <a:ext cx="219456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94392" y="2880360"/>
            <a:ext cx="219456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103120"/>
            <a:ext cx="1371600" cy="178308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397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3317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Login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6384" y="2724912"/>
            <a:ext cx="1225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/api/auth/login</a:t>
            </a:r>
            <a:endParaRPr lang="en-US" sz="12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tra email + password</a:t>
            </a:r>
            <a:endParaRPr lang="en-US" sz="12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651760" y="2103120"/>
            <a:ext cx="1371600" cy="1783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23317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JwtService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24912" y="2724912"/>
            <a:ext cx="1225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 JWT chứa</a:t>
            </a:r>
            <a:endParaRPr lang="en-US" sz="12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userId, email, role</a:t>
            </a:r>
            <a:endParaRPr lang="en-US" sz="12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90288" y="2103120"/>
            <a:ext cx="1371600" cy="1783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3317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Token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63440" y="2724912"/>
            <a:ext cx="1225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giữ token</a:t>
            </a:r>
            <a:endParaRPr lang="en-US" sz="12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gửi Bearer header</a:t>
            </a:r>
            <a:endParaRPr lang="en-US" sz="12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28816" y="2103120"/>
            <a:ext cx="1371600" cy="1783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3317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JwtAuthFilter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01968" y="2724912"/>
            <a:ext cx="1225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Đọc Authorization</a:t>
            </a:r>
            <a:endParaRPr lang="en-US" sz="12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token</a:t>
            </a:r>
            <a:endParaRPr lang="en-US" sz="12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390467" y="2103120"/>
            <a:ext cx="1540933" cy="1783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6337" y="2235708"/>
            <a:ext cx="1409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SecurityContext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56337" y="2734056"/>
            <a:ext cx="1390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Gắn ROLE_USER</a:t>
            </a:r>
            <a:endParaRPr lang="en-US" sz="12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 ROLE_MANAGER</a:t>
            </a:r>
            <a:endParaRPr lang="en-US" sz="12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405872" y="2103120"/>
            <a:ext cx="1371600" cy="178308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397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60736" y="23317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Endpoint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479024" y="2724912"/>
            <a:ext cx="1225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SecurityConfig quyết định</a:t>
            </a:r>
            <a:endParaRPr lang="en-US" sz="12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truy cập hay từ chối</a:t>
            </a:r>
            <a:endParaRPr lang="en-US" sz="12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60120" y="4617720"/>
            <a:ext cx="3017520" cy="1173480"/>
          </a:xfrm>
          <a:prstGeom prst="roundRect">
            <a:avLst>
              <a:gd name="adj" fmla="val 4762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52144" y="4712547"/>
            <a:ext cx="2124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Nếu token hợp lệ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52144" y="5216313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đi tiếp vào controller và đọc role từ SecurityContext</a:t>
            </a:r>
            <a:endParaRPr lang="en-US" sz="1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26280" y="4617720"/>
            <a:ext cx="3063240" cy="1173480"/>
          </a:xfrm>
          <a:prstGeom prst="roundRect">
            <a:avLst>
              <a:gd name="adj" fmla="val 4762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751409"/>
            <a:ext cx="179222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Nếu sai role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36592" y="5175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trả 403 Forbidden cho endpoint không đúng quyền</a:t>
            </a:r>
            <a:endParaRPr lang="en-US" sz="1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065008" y="4617720"/>
            <a:ext cx="3063240" cy="1173480"/>
          </a:xfrm>
          <a:prstGeom prst="roundRect">
            <a:avLst>
              <a:gd name="adj" fmla="val 4762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4712547"/>
            <a:ext cx="2185416" cy="38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Nếu token lỗi / hết hạn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275320" y="5175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không được xác thực; endpoint protected sẽ bị từ chối</a:t>
            </a:r>
            <a:endParaRPr lang="en-US" sz="1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Demo script ngắn gọn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Luồng demo nên đi theo một mạch: manager đăng nhập → tạo project/task → user xem task của mình.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728216"/>
            <a:ext cx="4846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47672"/>
            <a:ext cx="493776" cy="49377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" y="2084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91640" y="19293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/ login MANAGER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91640" y="22402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Lấy token để authorize Swagger/Postman</a:t>
            </a:r>
            <a:endParaRPr lang="en-US" sz="1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8680" y="3172968"/>
            <a:ext cx="4846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392424"/>
            <a:ext cx="493776" cy="49377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0996" y="352958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91640" y="33741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 project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91640" y="368503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/api/projects</a:t>
            </a:r>
            <a:endParaRPr lang="en-US" sz="1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8680" y="4617720"/>
            <a:ext cx="4846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4837176"/>
            <a:ext cx="493776" cy="49377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0996" y="49743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91640" y="48188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USER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91640" y="512978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 bị tài khoản được giao task</a:t>
            </a:r>
            <a:endParaRPr lang="en-US" sz="1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37960" y="1728216"/>
            <a:ext cx="4846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1947672"/>
            <a:ext cx="493776" cy="493776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0276" y="2084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60920" y="19293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 task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60920" y="22402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mặc định ở trạng thái CHUA_LAM</a:t>
            </a:r>
            <a:endParaRPr lang="en-US" sz="1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37960" y="3172968"/>
            <a:ext cx="4846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3392424"/>
            <a:ext cx="493776" cy="493776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0276" y="352958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60920" y="33741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task + user xem /my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60920" y="368503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 minh phân quyền</a:t>
            </a:r>
            <a:endParaRPr lang="en-US" sz="1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37960" y="4617720"/>
            <a:ext cx="4846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0840" y="4837176"/>
            <a:ext cx="493776" cy="493776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0276" y="49743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60920" y="48188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status + demo lỗi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360920" y="512978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 trạng thái và validate deadline</a:t>
            </a:r>
            <a:endParaRPr lang="en-US" sz="1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Phân quyền và business rule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Điểm ăn tiền khi bảo vệ là không chỉ CRUD mà còn có rule nghiệp vụ rõ ràng.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12064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6420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2000" b="1" dirty="0" smtClean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000" b="1" dirty="0" err="1" smtClean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uyền</a:t>
            </a:r>
            <a:r>
              <a:rPr lang="en-US" sz="2000" b="1" dirty="0" smtClean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000" b="1" dirty="0" smtClean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vi-VN" sz="2000" b="1" dirty="0" smtClean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78992" y="2057400"/>
            <a:ext cx="2423160" cy="41148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02152" y="2057400"/>
            <a:ext cx="1051560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3712" y="2057400"/>
            <a:ext cx="1051560" cy="411480"/>
          </a:xfrm>
          <a:prstGeom prst="rect">
            <a:avLst/>
          </a:prstGeom>
          <a:solidFill>
            <a:srgbClr val="ECFDF5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9456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/ hành động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557016" y="211226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81728" y="219456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8992" y="2468880"/>
            <a:ext cx="24231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2152" y="2468880"/>
            <a:ext cx="1051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2468880"/>
            <a:ext cx="1051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65176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/api/projects</a:t>
            </a:r>
            <a:endParaRPr lang="en-US" sz="13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85616" y="2633472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37176" y="2633472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78992" y="2980944"/>
            <a:ext cx="24231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02152" y="2980944"/>
            <a:ext cx="10515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53712" y="2980944"/>
            <a:ext cx="10515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163824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/api/tasks</a:t>
            </a:r>
            <a:endParaRPr lang="en-US" sz="13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785616" y="3145536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37176" y="3145536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78992" y="3493008"/>
            <a:ext cx="24231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02152" y="3493008"/>
            <a:ext cx="1051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3493008"/>
            <a:ext cx="1051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3675888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/api/tasks/user/{id}</a:t>
            </a:r>
            <a:endParaRPr lang="en-US" sz="13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785616" y="3657600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37176" y="3657600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78992" y="4005072"/>
            <a:ext cx="24231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02152" y="4005072"/>
            <a:ext cx="10515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53712" y="4005072"/>
            <a:ext cx="10515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4187952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/api/tasks/project/{id}</a:t>
            </a:r>
            <a:endParaRPr lang="en-US" sz="13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785616" y="4169664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37176" y="4169664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78992" y="4517136"/>
            <a:ext cx="24231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02152" y="4517136"/>
            <a:ext cx="1051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53712" y="4517136"/>
            <a:ext cx="1051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4700016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/api/tasks/my</a:t>
            </a:r>
            <a:endParaRPr lang="en-US" sz="13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785616" y="4681728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837176" y="4681728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078992" y="5029200"/>
            <a:ext cx="24231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2152" y="5029200"/>
            <a:ext cx="10515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53712" y="5029200"/>
            <a:ext cx="10515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88720" y="521208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/api/auth/** + Swagger</a:t>
            </a:r>
            <a:endParaRPr lang="en-US" sz="13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719406" y="5093208"/>
            <a:ext cx="6170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782312" y="5161788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309360" y="1417320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01967" y="1664208"/>
            <a:ext cx="35241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rule của TaskService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601968" y="2103120"/>
            <a:ext cx="4352544" cy="640080"/>
          </a:xfrm>
          <a:prstGeom prst="roundRect">
            <a:avLst>
              <a:gd name="adj" fmla="val 5714"/>
            </a:avLst>
          </a:prstGeom>
          <a:solidFill>
            <a:srgbClr val="FFF7ED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12280" y="236999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726680" y="2339171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 lớn hơn thời điểm hiện tại</a:t>
            </a:r>
            <a:endParaRPr lang="en-US" sz="13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601968" y="2971800"/>
            <a:ext cx="4352544" cy="64008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12279" y="322783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726679" y="3115733"/>
            <a:ext cx="3102187" cy="381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đã HOAN_THANH thì không được assign</a:t>
            </a:r>
            <a:endParaRPr lang="en-US" sz="13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601968" y="3840480"/>
            <a:ext cx="4352544" cy="64008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91715" y="405993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US" sz="1450" b="1" dirty="0">
                <a:solidFill>
                  <a:srgbClr val="1D4E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726680" y="3922776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cho CHUA_LAM → HOAN_THANH trực tiếp</a:t>
            </a:r>
            <a:endParaRPr lang="en-US" sz="13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601968" y="4709160"/>
            <a:ext cx="4352544" cy="64008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12279" y="4956217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lang="en-US" sz="1450" b="1" dirty="0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726680" y="4873752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xem task theo email trong token</a:t>
            </a:r>
            <a:endParaRPr lang="en-US" sz="13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Tổng kết và hướng phát triển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Sau 10 tuần, project đã đủ nền tảng của một backend internship project hoàn chỉnh.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78" y="1507068"/>
            <a:ext cx="10315787" cy="4148666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3557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 học được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6" y="2485474"/>
            <a:ext cx="8570299" cy="343272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48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Tổ chức project Spring Boot theo module rõ ràng
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Viết REST API có validate, error handling và response chuẩn
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Dùng JPA để map entity và truy vấn dữ liệu
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Hiểu flow xác thực JWT và phân quyền theo role
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Viết unit test với Mockito cho service layer
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80" dirty="0">
                <a:solidFill>
                  <a:srgbClr val="475569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• Chuẩn bị tài liệu, README và demo theo tư duy sản phẩm</a:t>
            </a:r>
            <a:endParaRPr lang="en-US" sz="14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482</Words>
  <Application>Microsoft Office PowerPoint</Application>
  <PresentationFormat>Custom</PresentationFormat>
  <Paragraphs>139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Tuần 10 - Task Management API</dc:title>
  <dc:subject>Tuần 10 - Task Management API</dc:subject>
  <dc:creator>OpenAI</dc:creator>
  <cp:lastModifiedBy>Dell</cp:lastModifiedBy>
  <cp:revision>6</cp:revision>
  <dcterms:created xsi:type="dcterms:W3CDTF">2026-03-25T05:11:11Z</dcterms:created>
  <dcterms:modified xsi:type="dcterms:W3CDTF">2026-03-25T08:26:31Z</dcterms:modified>
</cp:coreProperties>
</file>